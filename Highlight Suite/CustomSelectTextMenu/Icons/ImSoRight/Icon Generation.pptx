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1D9"/>
    <a:srgbClr val="C59CFF"/>
    <a:srgbClr val="86B9F7"/>
    <a:srgbClr val="00FFEE"/>
    <a:srgbClr val="88FF77"/>
    <a:srgbClr val="FCE762"/>
    <a:srgbClr val="FFB57D"/>
    <a:srgbClr val="FF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33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5F41-95F9-4FCC-48C6-AD1FD014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795B6-342B-0EE5-1CAB-9B2EB84B7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80E52-9A0E-CA2A-F2CD-C32231A1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052F5-D6FF-D2A6-FD41-380B5C16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95DE5-3C01-9138-3B28-B11B7BF2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97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6CB1-DFA6-5E8A-8A73-81162B68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B9A9-FA02-45FF-621F-05AEAB4C4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DE9C4-2061-C72B-20B9-BEC4BD9D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7FB1-DA8F-C35F-2964-B7CF075F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57674-9FC9-1614-EF32-6117A2BD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5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18A9-B510-9016-EA5D-C0B11123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7692A-A67F-D210-7599-15F27AA9B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DBD43-B852-3094-BE84-20C29781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3D609-20CA-6933-58F5-3391997E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4C47A-5029-72D3-A7D2-5804F09D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843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E3D8-57D1-7123-2F17-05AC7D93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7A4D-A587-E4BD-9365-1EBA970EC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B058D-8944-A9C6-AAAF-F178C6646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09E19-5C1E-6AF9-7869-8AC99595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95B3B-EBC5-45A5-64E8-51987D37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88D69-408B-996C-DD07-0E07D2B9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334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80EE-0965-5E04-279F-9F723B50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AAE27-6E38-170E-3D8C-A270D7EB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27F72-2602-0F29-A04D-F3E20A020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A794D-CF2A-95FF-8788-1872998D4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11CBC-D2BE-8CFE-5A42-C2D927839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87F59-7F01-D103-4DD1-F2B137D5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D2201-DE59-0B0A-AF62-BD744D7F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C081B-035B-78A5-115B-0379CD4F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75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8621-60BF-3A1D-A6C7-CE19C85E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E9238-8B18-1D17-3818-DC5703C0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C55CF-2E7D-BF8D-64D3-6C22FC4B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2378-FBBE-F558-2999-A3FF7C7F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98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27AD3-E154-D720-18C4-6D736C7B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F8669-91E2-104A-09EB-B1E49851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DB769-828A-E7A4-A953-C8856EAA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02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1DBA-5A2B-4E00-C7AA-50176559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0732-33F8-98AC-216F-1A69ABF2A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F74EE-E8C2-95EF-E20D-280EB9FE0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D804E-9AA1-6BDB-4310-B19DBC7E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4E009-E0C4-3B90-CA2E-935E287E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F9581-14CE-A4C3-1736-1501310A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74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C59A-33F3-81B2-9065-0F615E49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56094C-F282-4C2D-2D4B-672F1A183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779EE-1E3E-CA8E-21EE-B65FC76D8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6AE87-AC0B-BDF4-5449-BC96950B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51301-663C-8B52-DE36-D78CEC5B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E6E6B-CB66-59E7-393A-7EE22DE4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91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C10F-E047-86E8-D0E7-DCAB2A0A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0BF18-D7D9-B775-1325-AAB4D022C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8779-DB33-E835-644F-D34D4319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5D66-50EC-DEC9-FA3C-70EF178D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4D84-2A25-AF5D-DAEA-ACB48EE9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5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5388D-A597-E435-7955-62ABB090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C0B40-DFBF-A226-E605-39C035B1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34DE-B6B7-A36B-59D6-43E698E5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8CEA-C7C4-8A6E-9692-43BB69F2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CA88-E53A-D736-2846-66C9FFFB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48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2E522-2124-FF9E-C40B-76884FDE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6286-9E55-F560-0D47-C369FEE7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14BF1-047F-CDA1-1245-AB1877CC1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8D7C0-20D5-4012-8C70-90139B2A618F}" type="datetimeFigureOut">
              <a:rPr lang="en-AU" smtClean="0"/>
              <a:t>11/12/2025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FC1A-D810-C5F7-5F5C-F6D7E9EA5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24B09-A269-61D1-5F70-3D0C60825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D3C4C-A8C9-4596-9746-6FEF696ACB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1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3310576-9BA3-A9B9-F902-982B0F19E398}"/>
              </a:ext>
            </a:extLst>
          </p:cNvPr>
          <p:cNvGrpSpPr/>
          <p:nvPr/>
        </p:nvGrpSpPr>
        <p:grpSpPr>
          <a:xfrm>
            <a:off x="4155931" y="1898999"/>
            <a:ext cx="1620000" cy="1620000"/>
            <a:chOff x="4155931" y="1898999"/>
            <a:chExt cx="1620000" cy="1620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E71195A-F154-BC4B-E5AF-A3051D7241C7}"/>
                </a:ext>
              </a:extLst>
            </p:cNvPr>
            <p:cNvGrpSpPr/>
            <p:nvPr/>
          </p:nvGrpSpPr>
          <p:grpSpPr>
            <a:xfrm>
              <a:off x="4155931" y="1898999"/>
              <a:ext cx="1620000" cy="1620000"/>
              <a:chOff x="4155931" y="1898999"/>
              <a:chExt cx="1620000" cy="1620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5C6149F-BC8B-D92B-EA2E-10B49FC07EA6}"/>
                  </a:ext>
                </a:extLst>
              </p:cNvPr>
              <p:cNvSpPr/>
              <p:nvPr/>
            </p:nvSpPr>
            <p:spPr>
              <a:xfrm>
                <a:off x="4155931" y="1898999"/>
                <a:ext cx="1620000" cy="162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B13DEE3-834E-09B8-D5C7-6F7E6C3C8420}"/>
                  </a:ext>
                </a:extLst>
              </p:cNvPr>
              <p:cNvGrpSpPr/>
              <p:nvPr/>
            </p:nvGrpSpPr>
            <p:grpSpPr>
              <a:xfrm>
                <a:off x="4245932" y="1989000"/>
                <a:ext cx="1440000" cy="1440000"/>
                <a:chOff x="4245932" y="1989000"/>
                <a:chExt cx="1440000" cy="1440000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13B9294-997A-00E9-89B8-A6C04B045113}"/>
                    </a:ext>
                  </a:extLst>
                </p:cNvPr>
                <p:cNvSpPr/>
                <p:nvPr/>
              </p:nvSpPr>
              <p:spPr>
                <a:xfrm>
                  <a:off x="4245932" y="1989000"/>
                  <a:ext cx="1440000" cy="144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glow rad="12700">
                    <a:schemeClr val="bg2">
                      <a:lumMod val="90000"/>
                      <a:alpha val="10000"/>
                    </a:schemeClr>
                  </a:glow>
                  <a:softEdge rad="6350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4EB3D09-8740-829C-FB3B-88025CFB6D88}"/>
                    </a:ext>
                  </a:extLst>
                </p:cNvPr>
                <p:cNvSpPr txBox="1"/>
                <p:nvPr/>
              </p:nvSpPr>
              <p:spPr>
                <a:xfrm>
                  <a:off x="4513723" y="2447389"/>
                  <a:ext cx="904415" cy="523220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AU" sz="2800" dirty="0">
                      <a:latin typeface="Fredericka the Great" panose="02000000000000000000" pitchFamily="2" charset="0"/>
                    </a:rPr>
                    <a:t>note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357A23-A213-F517-13A8-9B226D28842A}"/>
                </a:ext>
              </a:extLst>
            </p:cNvPr>
            <p:cNvSpPr txBox="1"/>
            <p:nvPr/>
          </p:nvSpPr>
          <p:spPr>
            <a:xfrm>
              <a:off x="4754974" y="2970609"/>
              <a:ext cx="421911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AU" dirty="0"/>
                <a:t>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73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Fredericka the Great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Violet Bui</dc:creator>
  <cp:lastModifiedBy>Violet Bui</cp:lastModifiedBy>
  <cp:revision>2</cp:revision>
  <dcterms:created xsi:type="dcterms:W3CDTF">2025-12-11T01:21:43Z</dcterms:created>
  <dcterms:modified xsi:type="dcterms:W3CDTF">2025-12-11T01:58:03Z</dcterms:modified>
</cp:coreProperties>
</file>